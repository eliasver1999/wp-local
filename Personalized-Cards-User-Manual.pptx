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28016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Cards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02920" y="22402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02920" y="3200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User Manual  ·  Administrator Guide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A40"/>
          </a:solidFill>
          <a:ln w="12700">
            <a:solidFill>
              <a:srgbClr val="0F1A4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76402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plugin  ·  membership cards  ·  digital delivery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Covered in This Manual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54864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89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2893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Setup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618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templates, fonts &amp; configure the plugin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14884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48840"/>
            <a:ext cx="54864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2037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22037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2532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overlay, email, wallet &amp; QR configuration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63240"/>
            <a:ext cx="54864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118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1181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Members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447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profiles, subscriptions &amp; CSV bulk import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97764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77640"/>
            <a:ext cx="54864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032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" y="40325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Cards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4360" y="4361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cards, bulk actions &amp; editing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123444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1234440"/>
            <a:ext cx="54864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12893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94960" y="12893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Frontend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937760" y="16184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members see on the My Card page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214884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2148840"/>
            <a:ext cx="54864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22037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22037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37760" y="25328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delivery, renewal &amp; 30-day reminders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00600" y="306324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063240"/>
            <a:ext cx="54864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31181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94960" y="31181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937760" y="34472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 action in the system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00600" y="3977640"/>
            <a:ext cx="40233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0600" y="3977640"/>
            <a:ext cx="54864" cy="7498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403250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94960" y="403250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Backup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937760" y="43616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&amp; import plugin configuration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Initial Setup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steps after activating the plugin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NEED BEFORE CREATING CARDS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72768"/>
            <a:ext cx="64008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6824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Card Template (JPG)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2011680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Settings → Upload Card Template.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blank JPG card design. Text and photos will be overlaid on top.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3552" y="1572768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1572768"/>
            <a:ext cx="64008" cy="1371600"/>
          </a:xfrm>
          <a:prstGeom prst="rect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16824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Card Template (JPG)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38144" y="2011680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Settings → Upload Card Back Template.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Optional. No text is printed on the back — it's used as-is.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1572768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572768"/>
            <a:ext cx="64008" cy="137160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68249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File (TTF)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54496" y="2011680"/>
            <a:ext cx="23957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Settings → Upload Font.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TrueType font (.ttf). This font is used for all text on the card.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27248"/>
            <a:ext cx="8229600" cy="1719072"/>
          </a:xfrm>
          <a:prstGeom prst="rect">
            <a:avLst/>
          </a:prstGeom>
          <a:solidFill>
            <a:srgbClr val="EBF5FB"/>
          </a:solidFill>
          <a:ln w="12700">
            <a:solidFill>
              <a:srgbClr val="C8DF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Upload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547872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Settings → Card Template &amp; Text Layout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uploaded template as the Active Template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visual preview to click on the card image and find X/Y coordinates for each text field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 position, font size and colour for: Member Name, Father Name, Sport, Member ID, Expiry Date, Member Photo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Save Settings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Settings: Text Overlay &amp; Card Layout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Cards → Settings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FIELDS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1148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508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0" y="15087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28800"/>
            <a:ext cx="4114800" cy="347472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653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Name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60320" y="186537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printed on the card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176272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Name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60320" y="221284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Father's name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523744"/>
            <a:ext cx="4114800" cy="347472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60320" y="2560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Member's sport/discipline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871216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907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ID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60320" y="2907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or WP user ID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218688"/>
            <a:ext cx="4114800" cy="347472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Date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560320" y="325526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configurable (e.g. d/m/Y)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566160"/>
            <a:ext cx="41148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6027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Photo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560320" y="36027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X, Y, Width, Height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913632"/>
            <a:ext cx="4114800" cy="347472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950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560320" y="3950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— disabled for now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1234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1508760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1508760"/>
            <a:ext cx="54864" cy="804672"/>
          </a:xfrm>
          <a:prstGeom prst="rect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83480" y="15819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preview image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83480" y="185623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anywhere on the template preview to get exact pixel coordinates (X, Y) for that spot.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846320" y="2377440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46320" y="2377440"/>
            <a:ext cx="54864" cy="804672"/>
          </a:xfrm>
          <a:prstGeom prst="rect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83480" y="245059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awareness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83480" y="272491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preview is scaled down. Coordinates are automatically converted to actual pixel values.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46320" y="3246120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46320" y="3246120"/>
            <a:ext cx="54864" cy="804672"/>
          </a:xfrm>
          <a:prstGeom prst="rect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33192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format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83480" y="35935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PHP date format strings: d/m/Y → 31/12/2027 · F j, Y → December 31, 2027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846320" y="4114800"/>
            <a:ext cx="38404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46320" y="4114800"/>
            <a:ext cx="54864" cy="804672"/>
          </a:xfrm>
          <a:prstGeom prst="rect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41879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template live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983480" y="44622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Changing the Active Template dropdown instantly updates the preview — no save needed.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Managing Members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Edit User → Personalized Cards section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MEMBER SETUP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536192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36192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645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Membership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1792" y="197510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'Active Member'. The member gains access to the My Card page and their card can be created.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73552" y="1536192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73552" y="1536192"/>
            <a:ext cx="64008" cy="1463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38144" y="1645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Expiry Date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38144" y="197510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custom date in the Expiry Date field. A renewal confirmation email is sent automatically when the date changes.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9904" y="1536192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536192"/>
            <a:ext cx="64008" cy="1463040"/>
          </a:xfrm>
          <a:prstGeom prst="rect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6459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 Name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54496" y="197510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as user meta. Used on the card if not overridden at card-creation time.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136392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36392"/>
            <a:ext cx="64008" cy="1463040"/>
          </a:xfrm>
          <a:prstGeom prst="rect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1792" y="357530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member's sport or discipline, printed on the card.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73552" y="3136392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73552" y="3136392"/>
            <a:ext cx="64008" cy="1463040"/>
          </a:xfrm>
          <a:prstGeom prst="rect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38144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ID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38144" y="357530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ID shown on the card. Defaults to WP user ID if left blank.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9904" y="3136392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089904" y="3136392"/>
            <a:ext cx="64008" cy="1463040"/>
          </a:xfrm>
          <a:prstGeom prst="rect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54496" y="3246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Photo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254496" y="3575304"/>
            <a:ext cx="23957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of the member's photo. Use the Choose Image button to pick from the Media Library.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CSV Bulk Import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Cards → Import Users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COLUMNS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57200" y="1490472"/>
            <a:ext cx="4114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2064" y="1490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011680" y="149047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80360" y="149047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4114800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2880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18288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80360" y="18288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email address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075688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1214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display_name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103120" y="21214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80360" y="21214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 shown on site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368296"/>
            <a:ext cx="4114800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4140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first_name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03120" y="24140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80360" y="24140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name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660904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70662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last_name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103120" y="270662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880360" y="27066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name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2953512"/>
            <a:ext cx="4114800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29992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father_name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03120" y="2999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880360" y="29992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Father's name for card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246120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32918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sport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03120" y="32918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880360" y="329184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 / discipline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538728"/>
            <a:ext cx="4114800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58444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member_id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103120" y="35844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880360" y="358444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member ID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3831336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87705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expiry_date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2103120" y="38770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880360" y="38770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YYYY-MM-DD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123944"/>
            <a:ext cx="4114800" cy="292608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" y="416966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member_image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103120" y="4169664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2880360" y="41696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URL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" y="4416552"/>
            <a:ext cx="411480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48640" y="44622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4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103120" y="446227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880360" y="44622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if blank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846320" y="1234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46320" y="150876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4632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321808" y="15179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CSV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321808" y="1746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row = header. Use the Download Sample CSV button to get a ready-to-fill template.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4846320" y="2313432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4632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321808" y="23225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options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5321808" y="25511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'Activate Membership' to mark all imported users as active. Optionally send a WP welcome email.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846320" y="3118104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4632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62" name="Text 60"/>
          <p:cNvSpPr/>
          <p:nvPr/>
        </p:nvSpPr>
        <p:spPr>
          <a:xfrm>
            <a:off x="5321808" y="31272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Import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321808" y="33558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.csv file and click Import. The system processes each row one by one.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4846320" y="3922776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846320" y="3922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5321808" y="39319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results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5321808" y="41605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per-row table shows: Created, Updated, Skipped, or Error with details for each email address.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846320" y="4663440"/>
            <a:ext cx="3840480" cy="347472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983480" y="47000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users (matched by email) have their meta updated — they are not duplicated.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Creating Cards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Cards → Dashboard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65176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07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Single Card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1737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member from the dropdown (only active members shown)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4360" y="241401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override: Name, Father Name, Sport, Member ID, Photo URL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4360" y="309067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 'Send Email' to email the card immediately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7673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Create Card — front + back are generated automatically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73552" y="12344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73552" y="1234440"/>
            <a:ext cx="2651760" cy="411480"/>
          </a:xfrm>
          <a:prstGeom prst="rect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307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Create &amp; Email All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10712" y="1737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'Create &amp; Email All Active Members'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10712" y="241401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without a card get one created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10712" y="309067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active members receive their card by email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410712" y="37673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 count shows members who already had a card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9904" y="123444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9904" y="1234440"/>
            <a:ext cx="2651760" cy="41148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13075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Re-email Existing Cards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27064" y="1737360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'Re-email Existing Cards' in the Bulk Actions section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27064" y="2414016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emails only — does not create new cards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27064" y="3090672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after template or content changes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27064" y="37673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and back are both attached to the email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892040"/>
            <a:ext cx="8229600" cy="137160"/>
          </a:xfrm>
          <a:prstGeom prst="rect">
            <a:avLst/>
          </a:prstGeom>
          <a:solidFill>
            <a:srgbClr val="F4F7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919472"/>
            <a:ext cx="8046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Card: In All Cards or Recent Cards, click Edit on any row → adjust fields → optionally regenerate the image → Save.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Member Frontend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[pc_my_card] shortcode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344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DF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[pc_my_card]  ·  [pc_login]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shortcodes are automatically added to two pages created on plugin activation: My Card and Member Login.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212848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212848"/>
            <a:ext cx="54864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267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Card Image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1792" y="25146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sees their latest card at full width with a download button.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889504"/>
            <a:ext cx="54864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944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Card Image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21792" y="31912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back template is configured, it is displayed below the front.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566160"/>
            <a:ext cx="54864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" y="36210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Notice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1792" y="38679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days remaining. Turns to 'EXPIRED' overlay when past the date.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242816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4242816"/>
            <a:ext cx="54864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297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Button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" y="45445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 automatically when membership is expired.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00600" y="2212848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2212848"/>
            <a:ext cx="54864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65192" y="22677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965192" y="25146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Google Wallet button appears when enabled in Settings.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00600" y="2889504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00600" y="2889504"/>
            <a:ext cx="54864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65192" y="294436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Cards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965192" y="319125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member has multiple cards, older ones appear in a grid below.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800600" y="3566160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3566160"/>
            <a:ext cx="54864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65192" y="362102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Deactivation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965192" y="38679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member visits after expiry, their status is set to inactive silently.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800600" y="4242816"/>
            <a:ext cx="4023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800600" y="4242816"/>
            <a:ext cx="54864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65192" y="42976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Redirect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965192" y="454456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Non-logged-in users are redirected to the Member Login page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Email System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automated emails keep members informed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2651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6517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261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Delivery Email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1536192"/>
            <a:ext cx="914400" cy="256032"/>
          </a:xfrm>
          <a:prstGeom prst="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536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manually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" y="1517904"/>
            <a:ext cx="2423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5179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manually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1847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 when creating a card (if 'Send Email' is ticked)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24140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triggered by Bulk Create &amp; Email or Re-email buttons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298094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front + back are both embedded AND attached as files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35478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Wallet link included when enabled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94360" y="4114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name, from email, subject &amp; body all configurable in Settings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73552" y="1234440"/>
            <a:ext cx="2651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73552" y="1234440"/>
            <a:ext cx="2651760" cy="502920"/>
          </a:xfrm>
          <a:prstGeom prst="rect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1261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Confirmation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83280" y="1536192"/>
            <a:ext cx="914400" cy="256032"/>
          </a:xfrm>
          <a:prstGeom prst="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1536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on expiry date change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1517904"/>
            <a:ext cx="2423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15179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47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on expiry date change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10712" y="1847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when admin saves a member profile with a new expiry date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10712" y="24140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sends if the member is active AND the date actually changed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410712" y="298094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the member their new expiry date clearly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10712" y="35478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to the Activity Log as 'renewal_confirmation_sent'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9904" y="1234440"/>
            <a:ext cx="265176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89904" y="1234440"/>
            <a:ext cx="2651760" cy="502920"/>
          </a:xfrm>
          <a:prstGeom prst="rect">
            <a:avLst/>
          </a:prstGeom>
          <a:solidFill>
            <a:srgbClr val="1A2456"/>
          </a:solidFill>
          <a:ln w="12700">
            <a:solidFill>
              <a:srgbClr val="1A245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99632" y="12618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Reminder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199632" y="1536192"/>
            <a:ext cx="914400" cy="256032"/>
          </a:xfrm>
          <a:prstGeom prst="rect">
            <a:avLst>
              <a:gd name="adj" fmla="val 17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99632" y="15361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— daily cron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99632" y="1517904"/>
            <a:ext cx="242316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99632" y="151790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— daily cron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227064" y="1847088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night at midnight automatically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227064" y="2414016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members whose expiry is exactly 30 days away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227064" y="2980944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 friendly reminder to contact admin for renewal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227064" y="354787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receives this only once (tracked per user)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227064" y="41148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auto-deactivates members whose expiry has passed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Activity Log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Cards → Activity Log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important action is recorded here with timestamp, user and details.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822960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72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06040" y="15727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92808"/>
            <a:ext cx="8229600" cy="347472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975104"/>
            <a:ext cx="109728" cy="109728"/>
          </a:xfrm>
          <a:prstGeom prst="rect">
            <a:avLst/>
          </a:prstGeom>
          <a:solidFill>
            <a:srgbClr val="46B450"/>
          </a:solidFill>
          <a:ln w="12700">
            <a:solidFill>
              <a:srgbClr val="46B4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Created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06040" y="193852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card was generated for a member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240280"/>
            <a:ext cx="8229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2322576"/>
            <a:ext cx="109728" cy="109728"/>
          </a:xfrm>
          <a:prstGeom prst="rect">
            <a:avLst/>
          </a:prstGeom>
          <a:solidFill>
            <a:srgbClr val="0073AA"/>
          </a:solidFill>
          <a:ln w="12700">
            <a:solidFill>
              <a:srgbClr val="0073A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2860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Emailed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606040" y="228600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was sent by email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2587752"/>
            <a:ext cx="8229600" cy="347472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670048"/>
            <a:ext cx="109728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Edited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606040" y="263347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data or image was updated via Edit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935224"/>
            <a:ext cx="8229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3017520"/>
            <a:ext cx="109728" cy="109728"/>
          </a:xfrm>
          <a:prstGeom prst="rect">
            <a:avLst/>
          </a:prstGeom>
          <a:solidFill>
            <a:srgbClr val="DC3232"/>
          </a:solidFill>
          <a:ln w="12700">
            <a:solidFill>
              <a:srgbClr val="DC32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" y="2980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Deleted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606040" y="2980944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record was removed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282696"/>
            <a:ext cx="8229600" cy="347472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364992"/>
            <a:ext cx="109728" cy="109728"/>
          </a:xfrm>
          <a:prstGeom prst="rect">
            <a:avLst/>
          </a:prstGeom>
          <a:solidFill>
            <a:srgbClr val="DC3232"/>
          </a:solidFill>
          <a:ln w="12700">
            <a:solidFill>
              <a:srgbClr val="DC323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33284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 Expired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606040" y="33284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Auto-deactivated by the nightly cron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3630168"/>
            <a:ext cx="8229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712464"/>
            <a:ext cx="109728" cy="10972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Reminder Sent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06040" y="36758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reminder email was dispatched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solidFill>
            <a:srgbClr val="F4F7FB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" y="4059936"/>
            <a:ext cx="109728" cy="109728"/>
          </a:xfrm>
          <a:prstGeom prst="rect">
            <a:avLst/>
          </a:prstGeom>
          <a:solidFill>
            <a:srgbClr val="46B450"/>
          </a:solidFill>
          <a:ln w="12700">
            <a:solidFill>
              <a:srgbClr val="46B4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Confirmed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606040" y="402336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date updated and member notified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57200" y="4325112"/>
            <a:ext cx="8229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" y="4407408"/>
            <a:ext cx="109728" cy="109728"/>
          </a:xfrm>
          <a:prstGeom prst="rect">
            <a:avLst/>
          </a:prstGeom>
          <a:solidFill>
            <a:srgbClr val="0073AA"/>
          </a:solidFill>
          <a:ln w="12700">
            <a:solidFill>
              <a:srgbClr val="0073A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2606040" y="43708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bulk import was completed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action type using the dropdown. Use Clear Log to reset. Shows last 200 entries.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Settings Export &amp; Import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Cards → Settings → bottom of page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3444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397764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26187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Settings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17556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exported: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4360" y="2029968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text field positions (X, Y, size, color)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template &amp; back template names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 file selection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settings (from, subject, message)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settings (Google Wallet issuer ID)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configuration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date format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94360" y="4114800"/>
            <a:ext cx="3703320" cy="548640"/>
          </a:xfrm>
          <a:prstGeom prst="rect">
            <a:avLst/>
          </a:prstGeom>
          <a:solidFill>
            <a:srgbClr val="EBF8F5"/>
          </a:solidFill>
          <a:ln w="12700">
            <a:solidFill>
              <a:srgbClr val="C8DF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4160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export template/font/certificate files — only the configuration values.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1234440"/>
            <a:ext cx="39776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234440"/>
            <a:ext cx="3977640" cy="457200"/>
          </a:xfrm>
          <a:prstGeom prst="rect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26187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Settings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846320" y="1783080"/>
            <a:ext cx="475488" cy="256032"/>
          </a:xfrm>
          <a:prstGeom prst="rect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78308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94960" y="17922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settings from your source site (staging or old install)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207568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2532888"/>
            <a:ext cx="475488" cy="256032"/>
          </a:xfrm>
          <a:prstGeom prst="rect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2532888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94960" y="2542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Settings on the target site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282549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282696"/>
            <a:ext cx="475488" cy="256032"/>
          </a:xfrm>
          <a:prstGeom prst="rect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282696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94960" y="32918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to 'Import Settings', choose the .json file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357530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46320" y="4032504"/>
            <a:ext cx="475488" cy="256032"/>
          </a:xfrm>
          <a:prstGeom prst="rect">
            <a:avLst/>
          </a:prstGeom>
          <a:solidFill>
            <a:srgbClr val="F47C3C"/>
          </a:solidFill>
          <a:ln w="12700">
            <a:solidFill>
              <a:srgbClr val="F47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403250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394960" y="404164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4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Import Settings — all configuration is restored instantly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432511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846320" y="4114800"/>
            <a:ext cx="3703320" cy="5486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B7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4160520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settings on the target site are overwritten. Template &amp; font files must be re-uploaded separately.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4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86968"/>
            <a:ext cx="4023360" cy="347472"/>
          </a:xfrm>
          <a:prstGeom prst="rect">
            <a:avLst/>
          </a:prstGeom>
          <a:solidFill>
            <a:srgbClr val="1E2F6A"/>
          </a:solidFill>
          <a:ln w="12700">
            <a:solidFill>
              <a:srgbClr val="2A3E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86968"/>
            <a:ext cx="54864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92354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template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03504" y="1069848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Upload Card Template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1307592"/>
            <a:ext cx="4023360" cy="347472"/>
          </a:xfrm>
          <a:prstGeom prst="rect">
            <a:avLst/>
          </a:prstGeom>
          <a:solidFill>
            <a:srgbClr val="1E2F6A"/>
          </a:solidFill>
          <a:ln w="12700">
            <a:solidFill>
              <a:srgbClr val="2A3E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307592"/>
            <a:ext cx="54864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13441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back template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03504" y="1490472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Upload Card Back Template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1728216"/>
            <a:ext cx="4023360" cy="347472"/>
          </a:xfrm>
          <a:prstGeom prst="rect">
            <a:avLst/>
          </a:prstGeom>
          <a:solidFill>
            <a:srgbClr val="1E2F6A"/>
          </a:solidFill>
          <a:ln w="12700">
            <a:solidFill>
              <a:srgbClr val="2A3E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728216"/>
            <a:ext cx="54864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17647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field positions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3504" y="1911096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Card Template &amp; Text Layout (click preview)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4023360" cy="347472"/>
          </a:xfrm>
          <a:prstGeom prst="rect">
            <a:avLst/>
          </a:prstGeom>
          <a:solidFill>
            <a:srgbClr val="1E2F6A"/>
          </a:solidFill>
          <a:ln w="12700">
            <a:solidFill>
              <a:srgbClr val="2A3E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148840"/>
            <a:ext cx="54864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218541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a member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03504" y="2331720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→ Edit User → Active Member ✓ + Expiry Date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569464"/>
            <a:ext cx="4023360" cy="347472"/>
          </a:xfrm>
          <a:prstGeom prst="rect">
            <a:avLst/>
          </a:prstGeom>
          <a:solidFill>
            <a:srgbClr val="1E2F6A"/>
          </a:solidFill>
          <a:ln w="12700">
            <a:solidFill>
              <a:srgbClr val="2A3E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569464"/>
            <a:ext cx="54864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" y="26060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card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03504" y="2752344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Create Card for Member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886968"/>
            <a:ext cx="4023360" cy="347472"/>
          </a:xfrm>
          <a:prstGeom prst="rect">
            <a:avLst/>
          </a:prstGeom>
          <a:solidFill>
            <a:srgbClr val="1E2F6A"/>
          </a:solidFill>
          <a:ln w="12700">
            <a:solidFill>
              <a:srgbClr val="2A3E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886968"/>
            <a:ext cx="54864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46904" y="92354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all cards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46904" y="1069848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→ Bulk Actions → Create &amp; Email All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1307592"/>
            <a:ext cx="4023360" cy="347472"/>
          </a:xfrm>
          <a:prstGeom prst="rect">
            <a:avLst/>
          </a:prstGeom>
          <a:solidFill>
            <a:srgbClr val="1E2F6A"/>
          </a:solidFill>
          <a:ln w="12700">
            <a:solidFill>
              <a:srgbClr val="2A3E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1307592"/>
            <a:ext cx="54864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46904" y="134416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card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46904" y="1490472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All Cards → Edit button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1728216"/>
            <a:ext cx="4023360" cy="347472"/>
          </a:xfrm>
          <a:prstGeom prst="rect">
            <a:avLst/>
          </a:prstGeom>
          <a:solidFill>
            <a:srgbClr val="1E2F6A"/>
          </a:solidFill>
          <a:ln w="12700">
            <a:solidFill>
              <a:srgbClr val="2A3E8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1728216"/>
            <a:ext cx="54864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46904" y="17647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users from CSV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46904" y="1911096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Users → Upload CSV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2148840"/>
            <a:ext cx="4023360" cy="347472"/>
          </a:xfrm>
          <a:prstGeom prst="rect">
            <a:avLst/>
          </a:prstGeom>
          <a:solidFill>
            <a:srgbClr val="1E2F6A"/>
          </a:solidFill>
          <a:ln w="12700">
            <a:solidFill>
              <a:srgbClr val="2A3E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2148840"/>
            <a:ext cx="54864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46904" y="218541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activity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46904" y="2331720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2569464"/>
            <a:ext cx="4023360" cy="347472"/>
          </a:xfrm>
          <a:prstGeom prst="rect">
            <a:avLst/>
          </a:prstGeom>
          <a:solidFill>
            <a:srgbClr val="1E2F6A"/>
          </a:solidFill>
          <a:ln w="12700">
            <a:solidFill>
              <a:srgbClr val="2A3E8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2569464"/>
            <a:ext cx="54864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46904" y="26060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settings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946904" y="2752344"/>
            <a:ext cx="3749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Export / Import Settings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A40"/>
          </a:solidFill>
          <a:ln w="12700">
            <a:solidFill>
              <a:srgbClr val="0F1A4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74320" y="4764024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Cards Plugin  ·  User Manual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Personalized Cards Plugin - User Manual</dc:title>
  <dc:subject>PptxGenJS Presentation</dc:subject>
  <dc:creator>PptxGenJS</dc:creator>
  <cp:lastModifiedBy>PptxGenJS</cp:lastModifiedBy>
  <cp:revision>1</cp:revision>
  <dcterms:created xsi:type="dcterms:W3CDTF">2026-04-23T06:39:54Z</dcterms:created>
  <dcterms:modified xsi:type="dcterms:W3CDTF">2026-04-23T06:39:54Z</dcterms:modified>
</cp:coreProperties>
</file>